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, Jennifer (MDE)" userId="1bb5cc60-e637-4bde-a17c-fc156bd19bc2" providerId="ADAL" clId="{BC84E6C4-4DEB-484E-A1FF-10BA68D2366F}"/>
    <pc:docChg chg="addSld modSld">
      <pc:chgData name="Paul, Jennifer (MDE)" userId="1bb5cc60-e637-4bde-a17c-fc156bd19bc2" providerId="ADAL" clId="{BC84E6C4-4DEB-484E-A1FF-10BA68D2366F}" dt="2026-04-23T13:26:57.978" v="384" actId="20577"/>
      <pc:docMkLst>
        <pc:docMk/>
      </pc:docMkLst>
      <pc:sldChg chg="modSp new mod">
        <pc:chgData name="Paul, Jennifer (MDE)" userId="1bb5cc60-e637-4bde-a17c-fc156bd19bc2" providerId="ADAL" clId="{BC84E6C4-4DEB-484E-A1FF-10BA68D2366F}" dt="2026-04-23T13:26:57.978" v="384" actId="20577"/>
        <pc:sldMkLst>
          <pc:docMk/>
          <pc:sldMk cId="4073844184" sldId="258"/>
        </pc:sldMkLst>
        <pc:spChg chg="mod">
          <ac:chgData name="Paul, Jennifer (MDE)" userId="1bb5cc60-e637-4bde-a17c-fc156bd19bc2" providerId="ADAL" clId="{BC84E6C4-4DEB-484E-A1FF-10BA68D2366F}" dt="2026-04-23T13:19:39.498" v="71" actId="20577"/>
          <ac:spMkLst>
            <pc:docMk/>
            <pc:sldMk cId="4073844184" sldId="258"/>
            <ac:spMk id="2" creationId="{768F8415-A5BD-9894-D9C8-0232BE5852A4}"/>
          </ac:spMkLst>
        </pc:spChg>
        <pc:spChg chg="mod">
          <ac:chgData name="Paul, Jennifer (MDE)" userId="1bb5cc60-e637-4bde-a17c-fc156bd19bc2" providerId="ADAL" clId="{BC84E6C4-4DEB-484E-A1FF-10BA68D2366F}" dt="2026-04-23T13:26:57.978" v="384" actId="20577"/>
          <ac:spMkLst>
            <pc:docMk/>
            <pc:sldMk cId="4073844184" sldId="258"/>
            <ac:spMk id="3" creationId="{274A92C8-2C4E-33DB-603A-C7B611A1F6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99D5-52FD-1642-8683-6F23C715A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69E03-8BA0-DD42-9783-D8B5D3F69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36B39-2B9D-4288-380C-2B07A5BB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5AC28-09DA-2341-888D-B9558D2F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0E45D-3CC8-E645-A2D4-1F858B14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9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80B0-0E1A-63A4-1828-FF68E74B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DF915-A422-5222-28D0-0C6C76D4F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2676B-6CB1-9E68-4A90-182F7F6E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F50B5-8323-36A7-BF56-CBF5ED976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0EBD6-C03B-A5A9-E28C-8EB66EE1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DF53-9A5A-9539-9896-183CA076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FDD9B-A531-AF92-2DFB-4B56A40D0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BAB1B-9481-7495-EABC-8B207E42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9517F-404F-6822-F18D-A78E50B3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765E-8353-064C-3456-162A4E52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9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A9D6-F4CE-1726-8D5C-3C29D6D5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05B08-05EA-A14E-A840-C043EFA7E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D5297-DD16-10DD-3C8D-406328164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02428-30D5-82C3-7C7C-F693630A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5E5C2-3B88-1082-EEEF-35D65537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4A7C2-7CF7-854C-E0C3-59B80765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2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434B-ADF2-A169-5E33-C4847F972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C3F6C-93C7-899E-50A6-5B49E70B8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AB792-D7D0-5521-8109-F341AD3C5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1BB8A-F088-9748-8332-B4409D175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03011-B29F-0EFA-2426-A05EDCDA0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7A986-404E-4AC6-B8E9-99FB081E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AFF91-DE66-CE73-D6D0-6034D3A9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2EDD6D-AF59-26EB-A558-6D8FB7A2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2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1DE3F-F5F1-0D41-318F-284EEAB4A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CC325-2B7F-B018-6D13-28A1626C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2A39F-A3A8-F2FD-1BE8-5AF6E3ECA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DE60E-9C26-0CAE-1AC2-3F6B7813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44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BEEAA-5D06-4050-95E1-0207402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9A87E-42FA-F32C-EB62-A4E91BD5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4A698-ECA6-B4A7-6016-21250CC1A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1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E6DB-2826-AFC0-86F2-0EF3DB621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00047-ED11-9123-74F0-0A90D35B9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D8B2D-362F-6423-FAF8-E7E9817C8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C9FB1-605F-6299-3E4A-BF808360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172E6-804F-B79C-9469-9DA23920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86E5E-8543-C98D-7BA7-98F70BBB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6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D967-662E-7F11-6673-8D775461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45832-AE7A-DEE5-1109-C16089702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519F-ED67-A150-2DE5-A0F66362C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EB52-9F9C-E121-8585-37E61CA7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C3A9B-6745-1009-FA9E-AB344BDFA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E0A2F-54ED-3351-5DEE-D616DA00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2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3F5E-716C-F9E7-DDA6-420922EE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5F03A-BF38-50C0-343B-D9FABD3C7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951F3-D9DB-3496-9426-1DF4AE4F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65822-CBB9-B1F4-8261-E6D442E59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E78F0-8F0B-E5E7-5F8B-25DB169E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E2EEA8-145C-603C-C17D-2B80F50E3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42159-2939-523A-4991-D1DBA6EB7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4FE52-D59E-049C-2397-25B9D15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94DC2-E2E3-F7D4-A3B2-495EFBF9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5716C-949B-ACFB-7078-D3F37693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20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920E36-3187-93E7-7E94-26073B22E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95B3D-CB27-A80C-10F3-C908F0A64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61E2B-EB33-09CB-EDF0-232824ED5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DEA9B-9E5F-4AAC-8BA0-F5CFD7446A3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39E71-A3C6-643B-EE38-3CEA95EB8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6E68C-52B1-8C62-AFF4-E374CA44D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D246E-90FC-4F77-82C2-F0DC6A2B1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5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B05C-1CFB-54B3-53CC-9B975032C6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the Smarter Balanced Interim Assessments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A8F3-E260-2C97-F43E-50F5A7BCE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Jennifer Paul, Ph.D.</a:t>
            </a:r>
          </a:p>
          <a:p>
            <a:r>
              <a:rPr lang="en-US" dirty="0"/>
              <a:t>Office of Educational Assessment &amp;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1796608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8415-A5BD-9894-D9C8-0232BE585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Pilot aka Professional Learning 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A92C8-2C4E-33DB-603A-C7B611A1F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~14,000 students participating across 21 schools</a:t>
            </a:r>
          </a:p>
          <a:p>
            <a:r>
              <a:rPr lang="en-US" dirty="0"/>
              <a:t>OEAA has engaged in webinars, presentations, direct outreach to get participating districts</a:t>
            </a:r>
          </a:p>
          <a:p>
            <a:pPr lvl="1"/>
            <a:r>
              <a:rPr lang="en-US" dirty="0"/>
              <a:t>Does not need to replace your current solution (try it out)</a:t>
            </a:r>
          </a:p>
          <a:p>
            <a:pPr lvl="1"/>
            <a:r>
              <a:rPr lang="en-US" dirty="0"/>
              <a:t>Offered incentives</a:t>
            </a:r>
          </a:p>
          <a:p>
            <a:pPr lvl="1"/>
            <a:r>
              <a:rPr lang="en-US" dirty="0"/>
              <a:t>Engaged with the Michigan Assessment Consortium (MAC)</a:t>
            </a:r>
          </a:p>
        </p:txBody>
      </p:sp>
    </p:spTree>
    <p:extLst>
      <p:ext uri="{BB962C8B-B14F-4D97-AF65-F5344CB8AC3E}">
        <p14:creationId xmlns:p14="http://schemas.microsoft.com/office/powerpoint/2010/main" val="4073844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A815-A9FB-0CD8-18F2-1447D9BC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Smarter Balanced Interim 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110D5-8F06-45E5-4E18-613BD6B44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information would educators need in order to better use the scores from the interims?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367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91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Using the Smarter Balanced Interim Assessments</vt:lpstr>
      <vt:lpstr>Pilot aka Professional Learning Opportunity</vt:lpstr>
      <vt:lpstr>Using the Smarter Balanced Interim Assessments</vt:lpstr>
    </vt:vector>
  </TitlesOfParts>
  <Company>State Of Michigan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Paul, Jennifer (MDE)</dc:creator>
  <cp:lastModifiedBy>Paul, Jennifer (MDE)</cp:lastModifiedBy>
  <cp:revision>1</cp:revision>
  <dcterms:created xsi:type="dcterms:W3CDTF">2026-04-22T16:56:15Z</dcterms:created>
  <dcterms:modified xsi:type="dcterms:W3CDTF">2026-04-23T13:27:06Z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a2fed65-62e7-46ea-af74-187e0c17143a_Enabled">
    <vt:lpwstr>true</vt:lpwstr>
  </property>
  <property fmtid="{D5CDD505-2E9C-101B-9397-08002B2CF9AE}" pid="3" name="MSIP_Label_3a2fed65-62e7-46ea-af74-187e0c17143a_SetDate">
    <vt:lpwstr>2026-04-23T13:00:06Z</vt:lpwstr>
  </property>
  <property fmtid="{D5CDD505-2E9C-101B-9397-08002B2CF9AE}" pid="4" name="MSIP_Label_3a2fed65-62e7-46ea-af74-187e0c17143a_Method">
    <vt:lpwstr>Privileged</vt:lpwstr>
  </property>
  <property fmtid="{D5CDD505-2E9C-101B-9397-08002B2CF9AE}" pid="5" name="MSIP_Label_3a2fed65-62e7-46ea-af74-187e0c17143a_Name">
    <vt:lpwstr>3a2fed65-62e7-46ea-af74-187e0c17143a</vt:lpwstr>
  </property>
  <property fmtid="{D5CDD505-2E9C-101B-9397-08002B2CF9AE}" pid="6" name="MSIP_Label_3a2fed65-62e7-46ea-af74-187e0c17143a_SiteId">
    <vt:lpwstr>d5fb7087-3777-42ad-966a-892ef47225d1</vt:lpwstr>
  </property>
  <property fmtid="{D5CDD505-2E9C-101B-9397-08002B2CF9AE}" pid="7" name="MSIP_Label_3a2fed65-62e7-46ea-af74-187e0c17143a_ActionId">
    <vt:lpwstr>1077d99b-4e4e-4ad6-8895-381493264be9</vt:lpwstr>
  </property>
  <property fmtid="{D5CDD505-2E9C-101B-9397-08002B2CF9AE}" pid="8" name="MSIP_Label_3a2fed65-62e7-46ea-af74-187e0c17143a_ContentBits">
    <vt:lpwstr>0</vt:lpwstr>
  </property>
  <property fmtid="{D5CDD505-2E9C-101B-9397-08002B2CF9AE}" pid="9" name="MSIP_Label_3a2fed65-62e7-46ea-af74-187e0c17143a_Tag">
    <vt:lpwstr>10, 0, 1, 1</vt:lpwstr>
  </property>
</Properties>
</file>